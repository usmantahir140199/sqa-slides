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69" r:id="rId2"/>
    <p:sldId id="256" r:id="rId3"/>
    <p:sldId id="290" r:id="rId4"/>
    <p:sldId id="25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E9C27-E3E9-4ECE-91D6-C86B8A982AFF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C65CE-6E43-4991-BCB5-F04EC8E19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9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1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1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4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2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4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2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90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20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8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94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16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51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4929E7D-67C2-478D-B0AC-3878201898D8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8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065" y="1064260"/>
            <a:ext cx="8825865" cy="371348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/>
              <a:t>BSSE    -Software Quality Engineering</a:t>
            </a:r>
            <a:r>
              <a:rPr lang="en-US" sz="4400" dirty="0"/>
              <a:t>					</a:t>
            </a:r>
            <a:br>
              <a:rPr lang="en-US" sz="4400" dirty="0"/>
            </a:br>
            <a:r>
              <a:rPr lang="en-US" sz="4400" dirty="0"/>
              <a:t>Week-1		Lecture1</a:t>
            </a:r>
            <a:br>
              <a:rPr lang="en-US" sz="4400" dirty="0"/>
            </a:br>
            <a:r>
              <a:rPr lang="en-US" sz="4400" dirty="0"/>
              <a:t>	</a:t>
            </a:r>
            <a:r>
              <a:rPr lang="en-US" sz="2800" dirty="0"/>
              <a:t>Semester 6- Fall 2020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065" y="4777105"/>
            <a:ext cx="8825865" cy="1313815"/>
          </a:xfrm>
        </p:spPr>
        <p:txBody>
          <a:bodyPr>
            <a:normAutofit/>
          </a:bodyPr>
          <a:lstStyle/>
          <a:p>
            <a:pPr lvl="8"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" y="90351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DDE3-1166-4864-A589-F0348820F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346" y="1219200"/>
            <a:ext cx="8825658" cy="2677648"/>
          </a:xfrm>
        </p:spPr>
        <p:txBody>
          <a:bodyPr/>
          <a:lstStyle/>
          <a:p>
            <a:r>
              <a:rPr lang="en-US" dirty="0"/>
              <a:t>Introduction to Software Quality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8AA91-670D-4FE5-A42D-FF21D0BDF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887" y="4186537"/>
            <a:ext cx="9255138" cy="1173254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Ms. Zarsha Nazim</a:t>
            </a:r>
          </a:p>
        </p:txBody>
      </p:sp>
    </p:spTree>
    <p:extLst>
      <p:ext uri="{BB962C8B-B14F-4D97-AF65-F5344CB8AC3E}">
        <p14:creationId xmlns:p14="http://schemas.microsoft.com/office/powerpoint/2010/main" val="284334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B9B8F-BD5A-4015-93ED-E89E9C33F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Purpose of the course</a:t>
            </a:r>
          </a:p>
          <a:p>
            <a:r>
              <a:rPr lang="en-US" sz="4400" b="1" dirty="0"/>
              <a:t>Expectations </a:t>
            </a:r>
          </a:p>
        </p:txBody>
      </p:sp>
    </p:spTree>
    <p:extLst>
      <p:ext uri="{BB962C8B-B14F-4D97-AF65-F5344CB8AC3E}">
        <p14:creationId xmlns:p14="http://schemas.microsoft.com/office/powerpoint/2010/main" val="88072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7717-7695-43CC-8338-F41E9437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509C8-B7EF-44E5-AD9F-AE3D12A03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45" y="2321169"/>
            <a:ext cx="10860259" cy="4079631"/>
          </a:xfrm>
        </p:spPr>
        <p:txBody>
          <a:bodyPr>
            <a:normAutofit/>
          </a:bodyPr>
          <a:lstStyle/>
          <a:p>
            <a:r>
              <a:rPr lang="en-US" dirty="0"/>
              <a:t>Lecture Overview</a:t>
            </a:r>
          </a:p>
          <a:p>
            <a:r>
              <a:rPr lang="en-US" dirty="0"/>
              <a:t>Course Introduction, Objectives and Contents</a:t>
            </a:r>
          </a:p>
          <a:p>
            <a:r>
              <a:rPr lang="en-US" dirty="0"/>
              <a:t> An Initial Definition of (Software) Quality</a:t>
            </a:r>
          </a:p>
          <a:p>
            <a:r>
              <a:rPr lang="en-US" dirty="0"/>
              <a:t>Standard Definitions of (Software) Quality </a:t>
            </a:r>
          </a:p>
          <a:p>
            <a:r>
              <a:rPr lang="en-US" dirty="0"/>
              <a:t>Quality Problems in Large Software</a:t>
            </a:r>
          </a:p>
          <a:p>
            <a:r>
              <a:rPr lang="en-US" dirty="0"/>
              <a:t>Turning Failure to Success: SQE</a:t>
            </a:r>
          </a:p>
          <a:p>
            <a:r>
              <a:rPr lang="en-US" dirty="0"/>
              <a:t>SQE for Meeting Quality Expectations </a:t>
            </a:r>
          </a:p>
          <a:p>
            <a:r>
              <a:rPr lang="en-US" dirty="0"/>
              <a:t>The SQE Process </a:t>
            </a:r>
          </a:p>
          <a:p>
            <a:r>
              <a:rPr lang="en-US" dirty="0"/>
              <a:t>Scope of Major SQE Activities</a:t>
            </a:r>
          </a:p>
        </p:txBody>
      </p:sp>
    </p:spTree>
    <p:extLst>
      <p:ext uri="{BB962C8B-B14F-4D97-AF65-F5344CB8AC3E}">
        <p14:creationId xmlns:p14="http://schemas.microsoft.com/office/powerpoint/2010/main" val="400622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E76D-E679-4BE7-932E-7F93679EE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CD924-2E22-4582-B3C9-3953AAC2C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0B2936-8E1C-4404-AD7E-B8A3CD7AA5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00" t="20910" r="26967" b="33906"/>
          <a:stretch/>
        </p:blipFill>
        <p:spPr>
          <a:xfrm>
            <a:off x="817330" y="566140"/>
            <a:ext cx="9882092" cy="545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53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CAA7-91F3-4949-B2DF-8EB98B43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Definitions of (Software) Quality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1EA2-8C20-4824-B0AA-51C08FCF6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473743"/>
          </a:xfrm>
        </p:spPr>
        <p:txBody>
          <a:bodyPr/>
          <a:lstStyle/>
          <a:p>
            <a:r>
              <a:rPr lang="en-US" dirty="0"/>
              <a:t>• IEEE Glossary: Degree to which a system, component, or process meets • (1)specified requirements, and •</a:t>
            </a:r>
          </a:p>
          <a:p>
            <a:r>
              <a:rPr lang="en-US" dirty="0"/>
              <a:t> (2)customer or user needs or expectations</a:t>
            </a:r>
          </a:p>
          <a:p>
            <a:r>
              <a:rPr lang="en-US" dirty="0"/>
              <a:t>• ISO 8402: The totality of features and characteristics of a product or service that bear on its ability to satisfy specified or implied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0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AA5F-890E-4208-BD9F-72380EC0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Problems in Large Software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6DBA6B-8A46-4B37-8748-1E4FD52A6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271" t="24412" r="26627" b="28838"/>
          <a:stretch/>
        </p:blipFill>
        <p:spPr>
          <a:xfrm>
            <a:off x="1154954" y="1859345"/>
            <a:ext cx="8567225" cy="478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6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CDF2-127B-483F-8A93-D5F349AB6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4C8DE-0448-4B96-AD6D-E13ADFCD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FC85F-5077-436D-B066-68A2EEE9C7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80" t="14180" r="26090" b="32968"/>
          <a:stretch/>
        </p:blipFill>
        <p:spPr>
          <a:xfrm>
            <a:off x="472256" y="357447"/>
            <a:ext cx="9867497" cy="614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46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E11C7-9F28-42BE-84E7-F5422326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7F962-E702-41E7-8328-923B81916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3117EB-C14F-489C-A14E-09297DFC06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77" t="26245" r="19923" b="12204"/>
          <a:stretch/>
        </p:blipFill>
        <p:spPr>
          <a:xfrm>
            <a:off x="369805" y="436203"/>
            <a:ext cx="10940620" cy="598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6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39BE-02E3-46B4-A17E-EA5AD94C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2BCD2-6615-4090-B8AA-5CF96F90D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C9EEC-5D1C-48C1-AF83-50BE7C85B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15" t="12204" r="20154" b="32915"/>
          <a:stretch/>
        </p:blipFill>
        <p:spPr>
          <a:xfrm>
            <a:off x="420923" y="442337"/>
            <a:ext cx="11046776" cy="580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4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F4A3-C461-434B-AF58-22DDA0E2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30FE-7A2E-4375-BB6B-13C11187E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A249A-674A-4B97-B883-4B99E51C7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15" t="21730" r="23616" b="28431"/>
          <a:stretch/>
        </p:blipFill>
        <p:spPr>
          <a:xfrm>
            <a:off x="380690" y="379828"/>
            <a:ext cx="10048289" cy="538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5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F9AB-024A-4DAE-9DDC-EDD5DC78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9B1F6-D5EF-43B3-8BBB-9A33AF9F9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DEBAA-E453-4A0F-ABF3-416BB3732E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69" t="27066" r="23154" b="17523"/>
          <a:stretch/>
        </p:blipFill>
        <p:spPr>
          <a:xfrm>
            <a:off x="234251" y="426721"/>
            <a:ext cx="10067541" cy="559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09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A8BB-18C7-44CB-A333-5DA06CC7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8DEFC-844F-464E-9ECF-69C4CFE4C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623AE-47D4-4E89-9EBA-DF765E56A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85" t="27066" r="23846" b="14180"/>
          <a:stretch/>
        </p:blipFill>
        <p:spPr>
          <a:xfrm>
            <a:off x="1068417" y="973668"/>
            <a:ext cx="9103923" cy="544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5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13BD-4F15-4E5E-B15F-26C2EB44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C355-1E79-4A47-96AD-8012CA413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B14046-1430-48EA-842D-7E76A9BEF6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54" t="14180" r="20269" b="27169"/>
          <a:stretch/>
        </p:blipFill>
        <p:spPr>
          <a:xfrm>
            <a:off x="506804" y="632124"/>
            <a:ext cx="9409563" cy="525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48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84996-02AD-4A92-87D1-9004D333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26B387-320D-4475-BAC5-ED31E1806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568" t="14384" r="20091" b="33320"/>
          <a:stretch/>
        </p:blipFill>
        <p:spPr>
          <a:xfrm>
            <a:off x="582405" y="973668"/>
            <a:ext cx="10454641" cy="52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22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2C537-AB78-4C61-A40F-1EC8DFF3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5830-179B-4BC4-98A6-7B15F9293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BEF74-37CA-4721-85BC-C6A2CE480E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23" t="17625" r="20269" b="27374"/>
          <a:stretch/>
        </p:blipFill>
        <p:spPr>
          <a:xfrm>
            <a:off x="959362" y="960577"/>
            <a:ext cx="9703138" cy="505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24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7B11-65ED-4C7D-88C1-3B695BDE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12AA-FF90-4EDD-BA37-3A180F4D4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3F352-0F86-49AA-B2A7-7C7D7122BC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54" t="17420" r="19693" b="30247"/>
          <a:stretch/>
        </p:blipFill>
        <p:spPr>
          <a:xfrm>
            <a:off x="742265" y="973668"/>
            <a:ext cx="10707469" cy="52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30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7890-6647-4449-9336-7CF2BBA0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51215-DFE7-400A-A188-9248104BB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3FDED-1DC2-4A1F-8E51-E2D740FBD1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30" t="33838" r="21846" b="16322"/>
          <a:stretch/>
        </p:blipFill>
        <p:spPr>
          <a:xfrm>
            <a:off x="478972" y="455790"/>
            <a:ext cx="10099813" cy="521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78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3DAD-2F2C-40A2-B214-252453E1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3C2A1-DEAA-48C9-B6C2-39BA44C1F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DD252-5DA2-462D-86E5-77E1D6ED29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9827" r="20846" b="34556"/>
          <a:stretch/>
        </p:blipFill>
        <p:spPr>
          <a:xfrm>
            <a:off x="292955" y="372495"/>
            <a:ext cx="10549656" cy="582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4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D22E-BD99-4F50-A4D7-886BF4C1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637E0-0AC6-4C82-8A8B-62995C2AE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0B1B9-9981-4BCC-9BA5-A3D56B32A0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15" t="9504" r="20238" b="27184"/>
          <a:stretch/>
        </p:blipFill>
        <p:spPr>
          <a:xfrm>
            <a:off x="506437" y="515181"/>
            <a:ext cx="10530609" cy="630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490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4263-F4E8-46A3-9E91-30BB00D0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5439D-EEA6-4BFC-9A17-26DC80B48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31BE5-D60C-4E31-8DEB-2F7D04D1B3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18" t="17798" r="30439" b="38335"/>
          <a:stretch/>
        </p:blipFill>
        <p:spPr>
          <a:xfrm>
            <a:off x="858129" y="626531"/>
            <a:ext cx="9058239" cy="573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63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64E1-2282-4C04-9FC4-EF78F110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FAC74-803E-4488-8748-258117072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746071-610E-46DB-855B-02EC353541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36" t="9805" r="18665" b="35432"/>
          <a:stretch/>
        </p:blipFill>
        <p:spPr>
          <a:xfrm>
            <a:off x="1154954" y="1949115"/>
            <a:ext cx="9144078" cy="457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83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DE74-5F0D-4FB7-B75D-D947A310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FFB5D-9CD8-46CB-B967-BDA3E7D2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3B578-A75C-4D0C-BA99-568E8A3D93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36" t="10332" r="24309" b="35080"/>
          <a:stretch/>
        </p:blipFill>
        <p:spPr>
          <a:xfrm>
            <a:off x="154387" y="285451"/>
            <a:ext cx="11005353" cy="604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80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EBD7-668D-4314-A916-D796F7F1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F747-A161-4DE8-8D4F-3498328D1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6ECC0-37D3-459A-A97A-4679BB882D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33" t="12204" r="20970" b="34520"/>
          <a:stretch/>
        </p:blipFill>
        <p:spPr>
          <a:xfrm>
            <a:off x="818865" y="827272"/>
            <a:ext cx="11000891" cy="567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05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824</TotalTime>
  <Words>171</Words>
  <Application>Microsoft Office PowerPoint</Application>
  <PresentationFormat>Widescreen</PresentationFormat>
  <Paragraphs>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Gothic</vt:lpstr>
      <vt:lpstr>Wingdings 3</vt:lpstr>
      <vt:lpstr>Ion Boardroom</vt:lpstr>
      <vt:lpstr>      BSSE    -Software Quality Engineering      Week-1  Lecture1  Semester 6- Fall 2020</vt:lpstr>
      <vt:lpstr>Introduction to Software Quality Engineering</vt:lpstr>
      <vt:lpstr>PowerPoint Presentation</vt:lpstr>
      <vt:lpstr>Learning Outcomes</vt:lpstr>
      <vt:lpstr>PowerPoint Presentation</vt:lpstr>
      <vt:lpstr>Standard Definitions of (Software) Quality </vt:lpstr>
      <vt:lpstr>Quality Problems in Large Software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</dc:title>
  <dc:creator>Zarsha</dc:creator>
  <cp:lastModifiedBy>Zarsha</cp:lastModifiedBy>
  <cp:revision>24</cp:revision>
  <dcterms:created xsi:type="dcterms:W3CDTF">2019-10-13T12:26:15Z</dcterms:created>
  <dcterms:modified xsi:type="dcterms:W3CDTF">2020-04-11T20:28:36Z</dcterms:modified>
</cp:coreProperties>
</file>