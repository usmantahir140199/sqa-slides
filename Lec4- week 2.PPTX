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69" r:id="rId2"/>
    <p:sldId id="256" r:id="rId3"/>
    <p:sldId id="258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6E9C27-E3E9-4ECE-91D6-C86B8A982AFF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C65CE-6E43-4991-BCB5-F04EC8E19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9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9C65CE-6E43-4991-BCB5-F04EC8E196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61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4929E7D-67C2-478D-B0AC-3878201898D8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13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1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02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79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41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724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20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43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1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22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390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20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89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94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4929E7D-67C2-478D-B0AC-3878201898D8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16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4929E7D-67C2-478D-B0AC-3878201898D8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651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4929E7D-67C2-478D-B0AC-3878201898D8}" type="datetimeFigureOut">
              <a:rPr lang="en-US" smtClean="0"/>
              <a:t>4/12/2020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87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5065" y="1064260"/>
            <a:ext cx="8825865" cy="3713480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000" dirty="0"/>
              <a:t>BSSE    -Software Quality Engineering</a:t>
            </a:r>
            <a:r>
              <a:rPr lang="en-US" sz="4400" dirty="0"/>
              <a:t>					</a:t>
            </a:r>
            <a:br>
              <a:rPr lang="en-US" sz="4400"/>
            </a:br>
            <a:r>
              <a:rPr lang="en-US" sz="4400"/>
              <a:t>Week-2</a:t>
            </a:r>
            <a:r>
              <a:rPr lang="en-US" sz="4400" dirty="0"/>
              <a:t>	</a:t>
            </a:r>
            <a:r>
              <a:rPr lang="en-US" sz="4400"/>
              <a:t>	Lecture 4</a:t>
            </a:r>
            <a:br>
              <a:rPr lang="en-US" sz="4400" dirty="0"/>
            </a:br>
            <a:r>
              <a:rPr lang="en-US" sz="4400" dirty="0"/>
              <a:t>	</a:t>
            </a:r>
            <a:r>
              <a:rPr lang="en-US" sz="2800" dirty="0"/>
              <a:t>Semester 6- Fall 2020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5065" y="4777105"/>
            <a:ext cx="8825865" cy="1313815"/>
          </a:xfrm>
        </p:spPr>
        <p:txBody>
          <a:bodyPr>
            <a:normAutofit/>
          </a:bodyPr>
          <a:lstStyle/>
          <a:p>
            <a:pPr lvl="8"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" y="90351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7DDE3-1166-4864-A589-F0348820F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0887" y="1964787"/>
            <a:ext cx="8825658" cy="2677648"/>
          </a:xfrm>
        </p:spPr>
        <p:txBody>
          <a:bodyPr/>
          <a:lstStyle/>
          <a:p>
            <a:r>
              <a:rPr lang="en-US" dirty="0"/>
              <a:t>Quality Engineering – Key SQE Activities – SQE in Software Process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8AA91-670D-4FE5-A42D-FF21D0BDF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887" y="4186537"/>
            <a:ext cx="9255138" cy="1173254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Ms. Zarsha Nazim</a:t>
            </a:r>
          </a:p>
        </p:txBody>
      </p:sp>
    </p:spTree>
    <p:extLst>
      <p:ext uri="{BB962C8B-B14F-4D97-AF65-F5344CB8AC3E}">
        <p14:creationId xmlns:p14="http://schemas.microsoft.com/office/powerpoint/2010/main" val="2843346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7717-7695-43CC-8338-F41E9437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509C8-B7EF-44E5-AD9F-AE3D12A03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045" y="2321169"/>
            <a:ext cx="10860259" cy="4079631"/>
          </a:xfrm>
        </p:spPr>
        <p:txBody>
          <a:bodyPr>
            <a:normAutofit/>
          </a:bodyPr>
          <a:lstStyle/>
          <a:p>
            <a:r>
              <a:rPr lang="en-US" dirty="0"/>
              <a:t>Defect Prevention Classification: QA as Dealing with Defects</a:t>
            </a:r>
          </a:p>
          <a:p>
            <a:r>
              <a:rPr lang="en-US" dirty="0"/>
              <a:t> Education and training </a:t>
            </a:r>
          </a:p>
          <a:p>
            <a:r>
              <a:rPr lang="en-US" dirty="0"/>
              <a:t>Formal method </a:t>
            </a:r>
          </a:p>
          <a:p>
            <a:r>
              <a:rPr lang="en-US" dirty="0"/>
              <a:t> Other defect prevention techniques </a:t>
            </a:r>
          </a:p>
          <a:p>
            <a:r>
              <a:rPr lang="en-US" dirty="0"/>
              <a:t>Software fault tolerance</a:t>
            </a:r>
          </a:p>
          <a:p>
            <a:r>
              <a:rPr lang="en-US" dirty="0"/>
              <a:t> Defect Reduction Inspection: Direct fault detection and removal Testing</a:t>
            </a:r>
          </a:p>
          <a:p>
            <a:r>
              <a:rPr lang="en-US" dirty="0"/>
              <a:t> Failure observation and fault removal Other techniques and risk identification </a:t>
            </a:r>
          </a:p>
          <a:p>
            <a:r>
              <a:rPr lang="en-US" dirty="0"/>
              <a:t> Defect Containment </a:t>
            </a:r>
          </a:p>
          <a:p>
            <a:r>
              <a:rPr lang="en-US" dirty="0"/>
              <a:t>Safety assurance and failure containment</a:t>
            </a:r>
          </a:p>
        </p:txBody>
      </p:sp>
    </p:spTree>
    <p:extLst>
      <p:ext uri="{BB962C8B-B14F-4D97-AF65-F5344CB8AC3E}">
        <p14:creationId xmlns:p14="http://schemas.microsoft.com/office/powerpoint/2010/main" val="4006220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BBF9E-64A6-4D1B-B00B-1EF0D59C9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57DED-FE0F-4DC6-92CE-A53AC5AF7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47E8F-9A02-4AEE-AEE0-553408174E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402" t="12204" r="25615" b="31794"/>
          <a:stretch/>
        </p:blipFill>
        <p:spPr>
          <a:xfrm>
            <a:off x="970672" y="610116"/>
            <a:ext cx="9425380" cy="615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37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D252C-C96C-4923-9D02-B646CD8CD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DA8DD-1BA5-4E87-9055-8DACF4A97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87876A-B4B2-4D04-811D-F272319399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402" t="10057" r="22910" b="40105"/>
          <a:stretch/>
        </p:blipFill>
        <p:spPr>
          <a:xfrm>
            <a:off x="1080582" y="973668"/>
            <a:ext cx="8974401" cy="516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60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5F5A-9941-45E4-9B8F-12717531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48F36-D59C-488E-977F-7D442E508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447398-3D2C-49F0-BC4D-9A8F0E290B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558" t="12204" r="27611" b="33762"/>
          <a:stretch/>
        </p:blipFill>
        <p:spPr>
          <a:xfrm>
            <a:off x="959371" y="660831"/>
            <a:ext cx="9021242" cy="597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565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D482E-1352-45DC-8A32-1A2DBD281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B44F3-7A5B-4B5D-843E-A81047A10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0D8EC8-22AD-493C-BE0E-63746B99DA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065" t="9379" r="25984" b="38136"/>
          <a:stretch/>
        </p:blipFill>
        <p:spPr>
          <a:xfrm>
            <a:off x="1005052" y="825916"/>
            <a:ext cx="9059186" cy="557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8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5586B-B76C-4D30-B6DC-49188B89D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822E0-2699-49F0-9047-68A3A607A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030220-D91B-41B5-BFE3-926C42EA2D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03" t="12204" r="22787" b="34856"/>
          <a:stretch/>
        </p:blipFill>
        <p:spPr>
          <a:xfrm>
            <a:off x="311588" y="359451"/>
            <a:ext cx="10448144" cy="616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991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8A74A-98D5-4BCC-9BF3-EE516E1F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4C553-A848-433C-9FBE-5BCA4813E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50F44D-A1BA-4F5A-B2CC-D4B83AA408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246" t="9160" r="27611" b="38575"/>
          <a:stretch/>
        </p:blipFill>
        <p:spPr>
          <a:xfrm>
            <a:off x="1086079" y="455986"/>
            <a:ext cx="8963407" cy="624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415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CD9F8-F106-4109-9DF9-8EAEEAAEA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14C2F-D023-4036-B7E5-83AEEED4B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83882B-6EA0-42C4-A935-339CB6025E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55" t="12203" r="27611" b="37957"/>
          <a:stretch/>
        </p:blipFill>
        <p:spPr>
          <a:xfrm>
            <a:off x="1059305" y="759502"/>
            <a:ext cx="8991262" cy="590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91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5E534-A1C1-4724-83F8-9B72E93B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11BCC-BF1D-4549-9EFC-13B118E2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6137C7-0E55-4FC8-9C5B-AD239F42AF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54" t="8526" r="23524" b="41635"/>
          <a:stretch/>
        </p:blipFill>
        <p:spPr>
          <a:xfrm>
            <a:off x="82784" y="203499"/>
            <a:ext cx="10283252" cy="616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26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342F-5FF8-4E65-9B2E-51F559EAE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FEA32-AE74-4E88-ADAF-B87AE25DE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48E5F-4E5E-484E-ABF7-356792DB13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311" t="10713" r="22296" b="39448"/>
          <a:stretch/>
        </p:blipFill>
        <p:spPr>
          <a:xfrm>
            <a:off x="1154954" y="650987"/>
            <a:ext cx="8318829" cy="453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29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038B9F-78B8-4C40-A621-C99D3680E4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156" t="9929" r="31761" b="67543"/>
          <a:stretch/>
        </p:blipFill>
        <p:spPr>
          <a:xfrm>
            <a:off x="449450" y="2417736"/>
            <a:ext cx="10397777" cy="328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518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8B0E7F-9C48-4E73-90FF-C8F95EAF93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873" t="21004" r="22585" b="49828"/>
          <a:stretch/>
        </p:blipFill>
        <p:spPr>
          <a:xfrm>
            <a:off x="1637731" y="2412168"/>
            <a:ext cx="9651364" cy="332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346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A861-8AF4-42DC-B56C-A2C3EEB4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1AC99-5241-4912-A274-3C27F44F8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297D12-8A8D-4184-A01F-9AB98B7688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64" t="8942" r="22787" b="35075"/>
          <a:stretch/>
        </p:blipFill>
        <p:spPr>
          <a:xfrm>
            <a:off x="1001505" y="577074"/>
            <a:ext cx="8979108" cy="570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552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A28C4-BB33-4236-9C5D-0234A325D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E9408-795F-4798-8ADC-BD35484EB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81EAC6-0F4A-45C2-8852-D992BF213F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07" t="16815" r="26721" b="30700"/>
          <a:stretch/>
        </p:blipFill>
        <p:spPr>
          <a:xfrm>
            <a:off x="1154954" y="973668"/>
            <a:ext cx="7779183" cy="544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07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76CDC-CC9D-4C1D-BECA-A880D3939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D8E02-C6F7-4C21-9FB3-1698BE9BC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6E8ADF-F0EB-49AC-A379-00327002E3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47" t="12204" r="29427" b="35731"/>
          <a:stretch/>
        </p:blipFill>
        <p:spPr>
          <a:xfrm>
            <a:off x="1154954" y="820502"/>
            <a:ext cx="7838335" cy="547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016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002D6-91EE-4DB1-B5E0-5F3336EAD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E63AC-15E8-4BE5-8588-56B73D0E4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998359-43E6-4B28-8FAB-209AE2A1B7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71" t="9818" r="26107" b="36386"/>
          <a:stretch/>
        </p:blipFill>
        <p:spPr>
          <a:xfrm>
            <a:off x="1194928" y="973668"/>
            <a:ext cx="7854135" cy="526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59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53081-32E1-4D76-8462-F44184197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1A958-81CE-4D05-8BF8-F5900D4AF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04BE7D-E2AC-44F0-B65A-9CE2A52D0B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156" t="8723" r="27611" b="37043"/>
          <a:stretch/>
        </p:blipFill>
        <p:spPr>
          <a:xfrm>
            <a:off x="1004341" y="838200"/>
            <a:ext cx="7862850" cy="542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623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81651-1A9E-407D-8E11-20763CFA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288D4-8896-4CC6-96AB-A10DC54F6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A823E4-632F-4F48-8672-365FB93B50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87" t="9817" r="28138" b="38355"/>
          <a:stretch/>
        </p:blipFill>
        <p:spPr>
          <a:xfrm>
            <a:off x="1154954" y="901282"/>
            <a:ext cx="7742082" cy="511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436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57D00-73FF-44AE-B73E-32FA86D46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1D531-C23F-46BC-A219-E62F84295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4D321-B28E-44CB-83B9-0B4CE27B4F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70" t="12204" r="25862" b="35512"/>
          <a:stretch/>
        </p:blipFill>
        <p:spPr>
          <a:xfrm>
            <a:off x="1090708" y="838200"/>
            <a:ext cx="8825659" cy="571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524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BCD65-1363-4669-9390-CAEDD8300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AE7AD-269B-4374-8458-5EB6B24C7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8C808F-95CB-458D-B57A-B0FBF5F727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278" t="16158" r="25615" b="31794"/>
          <a:stretch/>
        </p:blipFill>
        <p:spPr>
          <a:xfrm>
            <a:off x="1154954" y="838200"/>
            <a:ext cx="8499423" cy="539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446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97AE9-463E-4929-91FE-0A0CDF5F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3266E-B865-446F-B534-B6392FF8C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F25D87-E195-4773-B655-6FC999C4AA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385" t="24494" r="27611" b="24796"/>
          <a:stretch/>
        </p:blipFill>
        <p:spPr>
          <a:xfrm>
            <a:off x="989352" y="612724"/>
            <a:ext cx="8495875" cy="563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6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66EC-8FAE-40D0-9A68-798053142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538C7-BF34-45E6-B211-F56844952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48DB54-1DB0-4CBA-B36E-F1841959E1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41" t="26874" r="28138" b="14180"/>
          <a:stretch/>
        </p:blipFill>
        <p:spPr>
          <a:xfrm>
            <a:off x="1154954" y="1143169"/>
            <a:ext cx="7142475" cy="534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2338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3574</TotalTime>
  <Words>106</Words>
  <Application>Microsoft Office PowerPoint</Application>
  <PresentationFormat>Widescreen</PresentationFormat>
  <Paragraphs>17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Century Gothic</vt:lpstr>
      <vt:lpstr>Wingdings 3</vt:lpstr>
      <vt:lpstr>Ion Boardroom</vt:lpstr>
      <vt:lpstr>      BSSE    -Software Quality Engineering      Week-2  Lecture 4  Semester 6- Fall 2020</vt:lpstr>
      <vt:lpstr>Quality Engineering – Key SQE Activities – SQE in Software Process </vt:lpstr>
      <vt:lpstr>Learning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</dc:title>
  <dc:creator>Zarsha</dc:creator>
  <cp:lastModifiedBy>Zarsha</cp:lastModifiedBy>
  <cp:revision>24</cp:revision>
  <dcterms:created xsi:type="dcterms:W3CDTF">2019-10-13T12:26:15Z</dcterms:created>
  <dcterms:modified xsi:type="dcterms:W3CDTF">2020-04-11T20:39:50Z</dcterms:modified>
</cp:coreProperties>
</file>