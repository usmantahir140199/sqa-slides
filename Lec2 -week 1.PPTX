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69" r:id="rId2"/>
    <p:sldId id="256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E9C27-E3E9-4ECE-91D6-C86B8A982AFF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C65CE-6E43-4991-BCB5-F04EC8E19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9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1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1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0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7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4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24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2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4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22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90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20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89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94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16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5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87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5065" y="1064260"/>
            <a:ext cx="8825865" cy="371348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000" dirty="0"/>
              <a:t>BSSE    -Software Quality Engineering</a:t>
            </a:r>
            <a:r>
              <a:rPr lang="en-US" sz="4400" dirty="0"/>
              <a:t>					</a:t>
            </a:r>
            <a:br>
              <a:rPr lang="en-US" sz="4400"/>
            </a:br>
            <a:r>
              <a:rPr lang="en-US" sz="4400"/>
              <a:t>Week-1</a:t>
            </a:r>
            <a:r>
              <a:rPr lang="en-US" sz="4400" dirty="0"/>
              <a:t>	</a:t>
            </a:r>
            <a:r>
              <a:rPr lang="en-US" sz="4400"/>
              <a:t>	Lecture 2</a:t>
            </a:r>
            <a:br>
              <a:rPr lang="en-US" sz="4400" dirty="0"/>
            </a:br>
            <a:r>
              <a:rPr lang="en-US" sz="4400" dirty="0"/>
              <a:t>	</a:t>
            </a:r>
            <a:r>
              <a:rPr lang="en-US" sz="2800" dirty="0"/>
              <a:t>Semester 6- Fall 2020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5065" y="4777105"/>
            <a:ext cx="8825865" cy="1313815"/>
          </a:xfrm>
        </p:spPr>
        <p:txBody>
          <a:bodyPr>
            <a:normAutofit/>
          </a:bodyPr>
          <a:lstStyle/>
          <a:p>
            <a:pPr lvl="8"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" y="90351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DDE3-1166-4864-A589-F0348820F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346" y="1219200"/>
            <a:ext cx="10056996" cy="2719754"/>
          </a:xfrm>
        </p:spPr>
        <p:txBody>
          <a:bodyPr/>
          <a:lstStyle/>
          <a:p>
            <a:r>
              <a:rPr lang="en-US" dirty="0"/>
              <a:t>Quality Assurance (QA) – Classification Scheme for QA as Dealing with Defects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8AA91-670D-4FE5-A42D-FF21D0BDF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887" y="4186537"/>
            <a:ext cx="9255138" cy="1173254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Ms. Zarsha Nazim</a:t>
            </a:r>
          </a:p>
        </p:txBody>
      </p:sp>
    </p:spTree>
    <p:extLst>
      <p:ext uri="{BB962C8B-B14F-4D97-AF65-F5344CB8AC3E}">
        <p14:creationId xmlns:p14="http://schemas.microsoft.com/office/powerpoint/2010/main" val="284334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20C34-F393-4D9D-BE81-BCBA03159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2383-593C-450B-AF7C-FA925BE1C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FFE5D-14F5-4390-9AF8-B9A7A30ECB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93" t="9621" r="18664" b="30863"/>
          <a:stretch/>
        </p:blipFill>
        <p:spPr>
          <a:xfrm>
            <a:off x="478303" y="462973"/>
            <a:ext cx="9775690" cy="593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65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58FC-CD5B-4122-9F41-AB704D7E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0DB12-1FF6-420A-83F2-0380634BD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086AAE-62EE-47C8-B105-8B23377CB5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46" t="10647" r="22693" b="32504"/>
          <a:stretch/>
        </p:blipFill>
        <p:spPr>
          <a:xfrm>
            <a:off x="1154954" y="838200"/>
            <a:ext cx="8877272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59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66C7D-14A3-4191-9782-4D08AE27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A1F03-30CE-4D1A-8FEB-A9628E52D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3F03B-A13B-451B-B087-CD608DB256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31139" t="22367" r="27028" b="30371"/>
          <a:stretch/>
        </p:blipFill>
        <p:spPr>
          <a:xfrm>
            <a:off x="182880" y="289459"/>
            <a:ext cx="10341390" cy="656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51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5A7F-B328-484F-8C1E-008BEC28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5BE5F-4DD4-4643-9B69-9F23A22D7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43067-A6B0-4DEE-935C-73E1D08650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9005" r="21769" b="31068"/>
          <a:stretch/>
        </p:blipFill>
        <p:spPr>
          <a:xfrm>
            <a:off x="1154953" y="838199"/>
            <a:ext cx="9480221" cy="573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9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3746-4560-4C16-AFED-21A88F05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1B994-D378-42AE-9D91-0621C8390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690D0-3758-4A6A-9ADA-69BC4FFBD5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92" t="32196" r="22923" b="12204"/>
          <a:stretch/>
        </p:blipFill>
        <p:spPr>
          <a:xfrm>
            <a:off x="703385" y="622691"/>
            <a:ext cx="10024172" cy="59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40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C721A-AB2B-4474-9493-3155D5949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3F0E8-4AFD-4025-8431-8967CF9FC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3EA16E-F9BC-463D-ACE5-09ACEBCFEF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62" t="9416" r="22923" b="34147"/>
          <a:stretch/>
        </p:blipFill>
        <p:spPr>
          <a:xfrm>
            <a:off x="998806" y="973668"/>
            <a:ext cx="9083037" cy="504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62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1CF1A-D048-4AAD-AA64-71C815FE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BF1CC-BB80-43E7-B10D-EE3754A6D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25E59F-06A1-45CB-A176-B6F9F1E1BF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69" t="22551" r="20269" b="14180"/>
          <a:stretch/>
        </p:blipFill>
        <p:spPr>
          <a:xfrm>
            <a:off x="977290" y="838200"/>
            <a:ext cx="9003323" cy="543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42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6FF8-DD6E-4A63-9379-FF7984789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FB68-9B66-4689-B6BE-7CF40DA59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43D87-3528-4426-A25A-1CC847392F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62" t="12204" r="23038" b="22448"/>
          <a:stretch/>
        </p:blipFill>
        <p:spPr>
          <a:xfrm>
            <a:off x="780342" y="838200"/>
            <a:ext cx="9200271" cy="593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1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9DE8-007E-45B7-8A1A-D1278F810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08D41-68FE-40CE-B0B4-15AAF317E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EFACF-D19D-48D5-9E91-B20E78203C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46" t="10237" r="22808" b="27579"/>
          <a:stretch/>
        </p:blipFill>
        <p:spPr>
          <a:xfrm>
            <a:off x="290268" y="386863"/>
            <a:ext cx="10429778" cy="635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78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20C9-DDFE-47EE-9805-9AE227132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BC142-4DAC-4032-BDBE-84E6D6244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3D6CD9-1122-42BA-B7C4-89F8EA8B4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14179" r="22461" b="25289"/>
          <a:stretch/>
        </p:blipFill>
        <p:spPr>
          <a:xfrm>
            <a:off x="393895" y="466835"/>
            <a:ext cx="9889588" cy="541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98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13F7A-D5FB-4439-AC97-2B6BCF94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6ED19-3E83-43EF-A006-F2C8A7E4D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ADDE0-302F-451C-A68E-6A4A5A3F71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85" t="8391" r="20615" b="31684"/>
          <a:stretch/>
        </p:blipFill>
        <p:spPr>
          <a:xfrm>
            <a:off x="1002817" y="838200"/>
            <a:ext cx="9129932" cy="539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45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53381-FF91-485B-868D-09F12F1E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80D8F-177F-428A-8595-C6009A3F9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35853-9ACF-4176-B6A7-00E3F3A7B5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46" t="11896" r="21423" b="22806"/>
          <a:stretch/>
        </p:blipFill>
        <p:spPr>
          <a:xfrm>
            <a:off x="384081" y="439096"/>
            <a:ext cx="9948225" cy="637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40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8644-B303-47F1-87CB-0278FFC1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7DA59-9533-4BB3-9660-0CC37D5BC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69471-A006-4602-81EB-A453FE660F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6390" t="31107" r="25881" b="20588"/>
          <a:stretch/>
        </p:blipFill>
        <p:spPr>
          <a:xfrm>
            <a:off x="199707" y="365760"/>
            <a:ext cx="10238521" cy="582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180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C18D2-929E-4C5C-B759-93667803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7D604-A93D-4673-85E9-A96278855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E05FE-B3A8-4779-A3BD-984C38A10D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92" t="15778" r="20039" b="27373"/>
          <a:stretch/>
        </p:blipFill>
        <p:spPr>
          <a:xfrm>
            <a:off x="184283" y="347851"/>
            <a:ext cx="10705401" cy="572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4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FC408-E750-4D33-943A-39293F2C1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781D9-944D-4E89-99AE-9F70DAF66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4FB03-3BD1-45B0-8759-C4600A1DEC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30144" r="19807" b="12204"/>
          <a:stretch/>
        </p:blipFill>
        <p:spPr>
          <a:xfrm>
            <a:off x="460094" y="431929"/>
            <a:ext cx="10132877" cy="569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50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4F2E3-B814-4E67-83F0-4CC37B1F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4DCD9-FE58-47BB-96CA-B68B9C493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EA7E7-9D38-4C6E-908C-754E7F6437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46" t="14180" r="20385" b="23680"/>
          <a:stretch/>
        </p:blipFill>
        <p:spPr>
          <a:xfrm>
            <a:off x="381231" y="480127"/>
            <a:ext cx="9405480" cy="563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9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AAB2-765C-4A0D-98D7-3D4FFB0A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3EB19-CEFD-4E77-873B-5F2C6197C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35FE4-EAF0-4656-B8BE-7BE75143A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31" t="24494" r="21308" b="12203"/>
          <a:stretch/>
        </p:blipFill>
        <p:spPr>
          <a:xfrm>
            <a:off x="461476" y="426021"/>
            <a:ext cx="9060996" cy="576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22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D415C-0230-4E6E-B39D-8E28B3F0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4000E-0E24-4016-AD02-8B51F3E22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A8D28-A47D-4E6C-8248-D40137AD3D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08" t="12204" r="20500" b="23269"/>
          <a:stretch/>
        </p:blipFill>
        <p:spPr>
          <a:xfrm>
            <a:off x="186600" y="0"/>
            <a:ext cx="11030039" cy="676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69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8997-C4BF-4B46-AC5D-88AF8D05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F663F-E401-4E2F-9016-D81896DA1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E3A42-51E0-4893-B38A-609C07E2F1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24" t="29143" r="18665" b="9929"/>
          <a:stretch/>
        </p:blipFill>
        <p:spPr>
          <a:xfrm>
            <a:off x="1154954" y="760241"/>
            <a:ext cx="9381796" cy="533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553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AF7652-95F1-452B-BB02-D70196262A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46" t="18010" r="21077" b="18574"/>
          <a:stretch/>
        </p:blipFill>
        <p:spPr>
          <a:xfrm>
            <a:off x="436098" y="177410"/>
            <a:ext cx="10761786" cy="684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284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711</TotalTime>
  <Words>52</Words>
  <Application>Microsoft Office PowerPoint</Application>
  <PresentationFormat>Widescreen</PresentationFormat>
  <Paragraphs>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Century Gothic</vt:lpstr>
      <vt:lpstr>Wingdings 3</vt:lpstr>
      <vt:lpstr>Ion Boardroom</vt:lpstr>
      <vt:lpstr>      BSSE    -Software Quality Engineering      Week-1  Lecture 2  Semester 6- Fall 2020</vt:lpstr>
      <vt:lpstr>Quality Assurance (QA) – Classification Scheme for QA as Dealing with Defects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</dc:title>
  <dc:creator>Zarsha</dc:creator>
  <cp:lastModifiedBy>Zarsha</cp:lastModifiedBy>
  <cp:revision>21</cp:revision>
  <dcterms:created xsi:type="dcterms:W3CDTF">2019-10-13T12:26:15Z</dcterms:created>
  <dcterms:modified xsi:type="dcterms:W3CDTF">2020-04-11T16:06:05Z</dcterms:modified>
</cp:coreProperties>
</file>